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4255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188720"/>
            <a:ext cx="3657600" cy="3657600"/>
          </a:xfrm>
          <a:prstGeom prst="ellipse">
            <a:avLst/>
          </a:prstGeom>
          <a:solidFill>
            <a:srgbClr val="141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280160" y="3291840"/>
            <a:ext cx="2926080" cy="2926080"/>
          </a:xfrm>
          <a:prstGeom prst="ellipse">
            <a:avLst/>
          </a:prstGeom>
          <a:solidFill>
            <a:srgbClr val="141A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s/bracke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858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CSE  |  PROGRAMMING IN C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1: Hello World in C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2880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structure of your very first C program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40080" y="356616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141A2E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8680" y="37947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9CD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World!\n"</a:t>
            </a: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Suci, Lecturer, Dept. of CSE, UU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1368DF8-44AC-08AE-806D-99A5C7D4B6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927" y="384440"/>
            <a:ext cx="3082273" cy="14671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Program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working C program in just six lines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3246120"/>
          </a:xfrm>
          <a:prstGeom prst="roundRect">
            <a:avLst>
              <a:gd name="adj" fmla="val 1690"/>
            </a:avLst>
          </a:prstGeom>
          <a:solidFill>
            <a:srgbClr val="141A2E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481328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87552" y="1481328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97864" y="1481328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hello.c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73152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6B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r>
              <a:rPr lang="en-US" sz="1650" dirty="0">
                <a:solidFill>
                  <a:srgbClr val="9CD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&lt;stdio.h&gt;</a:t>
            </a:r>
            <a:endParaRPr lang="en-US" sz="16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6B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16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6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6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</a:t>
            </a:r>
            <a:r>
              <a:rPr lang="en-US" sz="16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50" dirty="0">
                <a:solidFill>
                  <a:srgbClr val="9CD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World!\n"</a:t>
            </a:r>
            <a:r>
              <a:rPr lang="en-US" sz="16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6B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6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Suci, Lecturer, Dept. of CSE, UU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Line-by-Line Explanation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3 — Setting up the program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hashtag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34416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197864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#include &lt;stdio.h&gt;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188720" y="1581912"/>
            <a:ext cx="722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preprocessor directive that runs before compilation begins.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compiler to include the Standard Input/Output library.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built-in functions such as printf() (display output) and scanf() (read input).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788920"/>
            <a:ext cx="795528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2971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icons/play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08152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935224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int main()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188720" y="3319272"/>
            <a:ext cx="722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main() function is where program execution starts.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 program must have exactly one main() function.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keyword int means the function returns an integer value to the operating system.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Suci, Lecturer, Dept. of CSE, UU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686800" y="486460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Line-by-Line Explanation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3 — Producing output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bracke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34416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197864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{  (Opening Brace)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188720" y="1581912"/>
            <a:ext cx="722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the beginning of the main() function body.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statements belonging to the function are written inside { }.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331720"/>
            <a:ext cx="795528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icons/terminal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62432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478024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printf("Hello, World!\n");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188720" y="2862072"/>
            <a:ext cx="722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printf() is a library function used to print text on the screen.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"Hello, World!" is a string literal enclosed in double quotes.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\n is a newline escape sequence — it moves the cursor to the next line.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 statement ends with a semicolon ( ; ).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Suci, Lecturer, Dept. of CSE, UU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686800" y="486460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Line-by-Line Explanation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of 3 — Ending the program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34416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197864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return 0;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188720" y="1581912"/>
            <a:ext cx="722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ends the execution of the main() function.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0 indicates the program finished successfully, without errors.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0 is the standard way to signal successful execution to the OS.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761488"/>
            <a:ext cx="795528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icons/bracke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03580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89504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}  (Closing Brace)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188720" y="3273552"/>
            <a:ext cx="722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the end of the main() function.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611880"/>
            <a:ext cx="7955280" cy="822960"/>
          </a:xfrm>
          <a:prstGeom prst="roundRect">
            <a:avLst>
              <a:gd name="adj" fmla="val 7778"/>
            </a:avLst>
          </a:prstGeom>
          <a:solidFill>
            <a:srgbClr val="EAF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31520" y="374904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icons/bulb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" y="3858768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65760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six lines form the traditional first C program — the template almost every C program follows.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Suci, Lecturer, Dept. of CSE, UU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8686800" y="486460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execution moves through the program, step by step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54380" y="1600200"/>
            <a:ext cx="2331720" cy="777240"/>
          </a:xfrm>
          <a:prstGeom prst="roundRect">
            <a:avLst>
              <a:gd name="adj" fmla="val 41176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54380" y="16002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13532" y="1897380"/>
            <a:ext cx="265176" cy="182880"/>
          </a:xfrm>
          <a:prstGeom prst="rightArrow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06140" y="1600200"/>
            <a:ext cx="2331720" cy="777240"/>
          </a:xfrm>
          <a:prstGeom prst="rect">
            <a:avLst/>
          </a:prstGeom>
          <a:solidFill>
            <a:srgbClr val="141A44"/>
          </a:solidFill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06140" y="16002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stdio.h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5292" y="1897380"/>
            <a:ext cx="265176" cy="182880"/>
          </a:xfrm>
          <a:prstGeom prst="rightArrow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057900" y="1600200"/>
            <a:ext cx="2331720" cy="777240"/>
          </a:xfrm>
          <a:prstGeom prst="rect">
            <a:avLst/>
          </a:prstGeom>
          <a:solidFill>
            <a:srgbClr val="141A44"/>
          </a:solidFill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57900" y="16002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 starts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4380" y="3200400"/>
            <a:ext cx="2331720" cy="777240"/>
          </a:xfrm>
          <a:prstGeom prst="rect">
            <a:avLst/>
          </a:prstGeom>
          <a:solidFill>
            <a:srgbClr val="141A44"/>
          </a:solidFill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4380" y="32004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"Hello, World!"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113532" y="3497580"/>
            <a:ext cx="265176" cy="182880"/>
          </a:xfrm>
          <a:prstGeom prst="rightArrow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06140" y="3200400"/>
            <a:ext cx="2331720" cy="777240"/>
          </a:xfrm>
          <a:prstGeom prst="rect">
            <a:avLst/>
          </a:prstGeom>
          <a:solidFill>
            <a:srgbClr val="141A44"/>
          </a:solidFill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06140" y="32004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65292" y="3497580"/>
            <a:ext cx="265176" cy="182880"/>
          </a:xfrm>
          <a:prstGeom prst="rightArrow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57900" y="3200400"/>
            <a:ext cx="2331720" cy="777240"/>
          </a:xfrm>
          <a:prstGeom prst="roundRect">
            <a:avLst>
              <a:gd name="adj" fmla="val 41176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57900" y="32004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23760" y="2377440"/>
            <a:ext cx="0" cy="41148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920240" y="2788920"/>
            <a:ext cx="530352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810512" y="2788920"/>
            <a:ext cx="219456" cy="411480"/>
          </a:xfrm>
          <a:prstGeom prst="downArrow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Suci, Lecturer, Dept. of CSE, UU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0" y="486460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Output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see on the screen after running the program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71600" y="1691640"/>
            <a:ext cx="6400800" cy="1737360"/>
          </a:xfrm>
          <a:prstGeom prst="roundRect">
            <a:avLst>
              <a:gd name="adj" fmla="val 3158"/>
            </a:avLst>
          </a:prstGeom>
          <a:solidFill>
            <a:srgbClr val="141A2E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72768" y="187452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783080" y="187452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993392" y="187452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931920" y="1810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91640" y="224028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./hello</a:t>
            </a:r>
            <a:endParaRPr lang="en-US" sz="1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9CD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Hello, World!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Suci, Lecturer, Dept. of CSE, UU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0" y="486460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Concepts Learned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38404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#include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Includes a header file (library).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stdio.h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Input/Output library.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main()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starting point of every C program.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data type; main() returns an integer.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printf()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Prints output to the screen.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\n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Moves the cursor to the next line (newline).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return 0;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Ends the program successfully.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 }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Defines the beginning and end of a function or block.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 the end of a C statement.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Suci, Lecturer, Dept. of CSE, UU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686800" y="486460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3291840" cy="3291840"/>
          </a:xfrm>
          <a:prstGeom prst="ellipse">
            <a:avLst/>
          </a:prstGeom>
          <a:solidFill>
            <a:srgbClr val="141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3474720"/>
            <a:ext cx="2743200" cy="2743200"/>
          </a:xfrm>
          <a:prstGeom prst="ellipse">
            <a:avLst/>
          </a:prstGeom>
          <a:solidFill>
            <a:srgbClr val="141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931920" y="685800"/>
            <a:ext cx="685800" cy="6858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flag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850392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600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Program Matters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97280" y="21945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World is the traditional first C program because it introduces the basic structure that almost every C program follows: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971800"/>
            <a:ext cx="1874520" cy="685800"/>
          </a:xfrm>
          <a:prstGeom prst="roundRect">
            <a:avLst>
              <a:gd name="adj" fmla="val 13333"/>
            </a:avLst>
          </a:prstGeom>
          <a:solidFill>
            <a:srgbClr val="141A44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297180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Libraries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441448" y="3246120"/>
            <a:ext cx="146304" cy="137160"/>
          </a:xfrm>
          <a:prstGeom prst="rightArrow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606040" y="2971800"/>
            <a:ext cx="1874520" cy="685800"/>
          </a:xfrm>
          <a:prstGeom prst="roundRect">
            <a:avLst>
              <a:gd name="adj" fmla="val 13333"/>
            </a:avLst>
          </a:prstGeom>
          <a:solidFill>
            <a:srgbClr val="141A44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606040" y="297180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main()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498848" y="3246120"/>
            <a:ext cx="146304" cy="137160"/>
          </a:xfrm>
          <a:prstGeom prst="rightArrow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663440" y="2971800"/>
            <a:ext cx="1874520" cy="685800"/>
          </a:xfrm>
          <a:prstGeom prst="roundRect">
            <a:avLst>
              <a:gd name="adj" fmla="val 13333"/>
            </a:avLst>
          </a:prstGeom>
          <a:solidFill>
            <a:srgbClr val="141A44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663440" y="297180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Statements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556248" y="3246120"/>
            <a:ext cx="146304" cy="137160"/>
          </a:xfrm>
          <a:prstGeom prst="rightArrow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720840" y="2971800"/>
            <a:ext cx="1874520" cy="685800"/>
          </a:xfrm>
          <a:prstGeom prst="roundRect">
            <a:avLst>
              <a:gd name="adj" fmla="val 13333"/>
            </a:avLst>
          </a:prstGeom>
          <a:solidFill>
            <a:srgbClr val="141A44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720840" y="297180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Status Code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914400" y="4069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Suci, Lecturer, Dept. of CSE, UU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665</Words>
  <Application>Microsoft Office PowerPoint</Application>
  <PresentationFormat>On-screen Show (16:9)</PresentationFormat>
  <Paragraphs>107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 1: Hello World in C</dc:title>
  <dc:subject>PptxGenJS Presentation</dc:subject>
  <dc:creator>Farhana Akter Suci</dc:creator>
  <cp:lastModifiedBy>Farhana Akter Suci</cp:lastModifiedBy>
  <cp:revision>2</cp:revision>
  <dcterms:created xsi:type="dcterms:W3CDTF">2026-07-06T08:05:48Z</dcterms:created>
  <dcterms:modified xsi:type="dcterms:W3CDTF">2026-07-06T08:16:47Z</dcterms:modified>
</cp:coreProperties>
</file>