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6" roundtripDataSignature="AMtx7mjG1oTSUWk1HhtZg4kHvWBfLKjm2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  <a:defRPr b="1">
                <a:solidFill>
                  <a:srgbClr val="00206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Md. Morshed Ali, Lecturer, Dept. of CSE, UU</a:t>
            </a:r>
            <a:endParaRPr/>
          </a:p>
        </p:txBody>
      </p:sp>
      <p:sp>
        <p:nvSpPr>
          <p:cNvPr id="16" name="Google Shape;16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  <a:defRPr b="1">
                <a:solidFill>
                  <a:srgbClr val="00206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Md. Morshed Ali, Lecturer, Dept. of CSE, UU</a:t>
            </a:r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Md. Morshed Ali, Lecturer, Dept. of CSE, UU</a:t>
            </a:r>
            <a:endParaRPr/>
          </a:p>
        </p:txBody>
      </p:sp>
      <p:sp>
        <p:nvSpPr>
          <p:cNvPr id="28" name="Google Shape;28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  <a:defRPr b="1">
                <a:solidFill>
                  <a:srgbClr val="00206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Md. Morshed Ali, Lecturer, Dept. of CSE, UU</a:t>
            </a:r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1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Md. Morshed Ali, Lecturer, Dept. of CSE, UU</a:t>
            </a:r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Md. Morshed Ali, Lecturer, Dept. of CSE, UU</a:t>
            </a:r>
            <a:endParaRPr/>
          </a:p>
        </p:txBody>
      </p:sp>
      <p:sp>
        <p:nvSpPr>
          <p:cNvPr id="49" name="Google Shape;49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Md. Morshed Ali, Lecturer, Dept. of CSE, UU</a:t>
            </a:r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Md. Morshed Ali, Lecturer, Dept. of CSE, UU</a:t>
            </a:r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Md. Morshed Ali, Lecturer, Dept. of CSE, UU</a:t>
            </a:r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Md. Morshed Ali, Lecturer, Dept. of CSE, UU</a:t>
            </a:r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Md. Morshed Ali, Lecturer, Dept. of CSE, UU</a:t>
            </a:r>
            <a:endParaRPr/>
          </a:p>
        </p:txBody>
      </p:sp>
      <p:sp>
        <p:nvSpPr>
          <p:cNvPr id="79" name="Google Shape;79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  <a:defRPr sz="44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Md. Morshed Ali, Lecturer, Dept. of CSE, UU</a:t>
            </a:r>
            <a:endParaRPr/>
          </a:p>
        </p:txBody>
      </p:sp>
      <p:sp>
        <p:nvSpPr>
          <p:cNvPr id="10" name="Google Shape;10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lassroom.google.com/c/NjE2Njg2MDQ2ODMz?cjc=j7cregg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r>
              <a:rPr lang="en-US"/>
              <a:t>Lecture 1</a:t>
            </a:r>
            <a:endParaRPr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 b="1"/>
              <a:t>CSE0613101</a:t>
            </a:r>
            <a:r>
              <a:rPr lang="en-US"/>
              <a:t>: Structured Programming Language</a:t>
            </a:r>
            <a:endParaRPr/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927" y="384440"/>
            <a:ext cx="3082273" cy="1467162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dirty="0"/>
              <a:t>Farhana Akter Suci, Lecturer, Dept. of CSE, UU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endParaRPr/>
          </a:p>
        </p:txBody>
      </p:sp>
      <p:sp>
        <p:nvSpPr>
          <p:cNvPr id="91" name="Google Shape;91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Course Code: </a:t>
            </a:r>
            <a:r>
              <a:rPr lang="en-US" b="1" dirty="0"/>
              <a:t>CSE0613101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Course Title: </a:t>
            </a:r>
            <a:r>
              <a:rPr lang="en-US" b="1" dirty="0"/>
              <a:t>Structured Programming Language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Course Teacher: </a:t>
            </a:r>
            <a:endParaRPr dirty="0"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b="1" dirty="0"/>
              <a:t>Farhana Akter Suci</a:t>
            </a:r>
            <a:endParaRPr dirty="0"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b="1" dirty="0"/>
              <a:t>Email ID: farhanaaktersuci@gmail.com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Credit: </a:t>
            </a:r>
            <a:r>
              <a:rPr lang="en-US" b="1" dirty="0"/>
              <a:t>3</a:t>
            </a:r>
            <a:endParaRPr dirty="0"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dirty="0"/>
              <a:t>Farhana Akter Suci, Lecturer, Dept. of CSE, UU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endParaRPr/>
          </a:p>
        </p:txBody>
      </p:sp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>
              <a:spcBef>
                <a:spcPts val="0"/>
              </a:spcBef>
              <a:buSzPts val="3200"/>
            </a:pPr>
            <a:r>
              <a:rPr lang="en-US" dirty="0"/>
              <a:t>Theory Class (CSE0613101) A102</a:t>
            </a:r>
            <a:endParaRPr dirty="0"/>
          </a:p>
          <a:p>
            <a:pPr marL="742950" lvl="1" indent="-285750">
              <a:spcBef>
                <a:spcPts val="560"/>
              </a:spcBef>
              <a:buClr>
                <a:srgbClr val="0F0688"/>
              </a:buClr>
              <a:buSzPts val="2800"/>
            </a:pPr>
            <a:r>
              <a:rPr lang="en-US" dirty="0">
                <a:solidFill>
                  <a:srgbClr val="0F0688"/>
                </a:solidFill>
              </a:rPr>
              <a:t>Two classes per week:</a:t>
            </a:r>
            <a:r>
              <a:rPr lang="en-US" dirty="0"/>
              <a:t>11:25 12:45</a:t>
            </a:r>
            <a:endParaRPr dirty="0"/>
          </a:p>
          <a:p>
            <a:pPr marL="1143000" lvl="2" indent="-228600">
              <a:spcBef>
                <a:spcPts val="480"/>
              </a:spcBef>
              <a:buSzPts val="2400"/>
            </a:pPr>
            <a:r>
              <a:rPr lang="en-US" dirty="0"/>
              <a:t>Tuesday: 10:05 am – 11:25 pm (Room: A102(Annex))</a:t>
            </a:r>
            <a:endParaRPr dirty="0"/>
          </a:p>
          <a:p>
            <a:pPr marL="1143000" lvl="2" indent="-228600">
              <a:spcBef>
                <a:spcPts val="480"/>
              </a:spcBef>
              <a:buSzPts val="2400"/>
            </a:pPr>
            <a:r>
              <a:rPr lang="en-US" dirty="0"/>
              <a:t>Wednesday: 11:25 am – 12:45 pm (Room: A102(Annex))</a:t>
            </a:r>
            <a:endParaRPr dirty="0"/>
          </a:p>
          <a:p>
            <a:pPr marL="914400" lvl="2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Lab Class: (CSE0613102)</a:t>
            </a:r>
            <a:endParaRPr dirty="0"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rgbClr val="0F0688"/>
              </a:buClr>
              <a:buSzPts val="2800"/>
              <a:buChar char="–"/>
            </a:pPr>
            <a:r>
              <a:rPr lang="en-US" dirty="0">
                <a:solidFill>
                  <a:srgbClr val="0F0688"/>
                </a:solidFill>
              </a:rPr>
              <a:t>One lab class per week for each student</a:t>
            </a:r>
            <a:endParaRPr dirty="0"/>
          </a:p>
          <a:p>
            <a:pPr marL="1143000" lvl="2" indent="-228600">
              <a:spcBef>
                <a:spcPts val="480"/>
              </a:spcBef>
              <a:buSzPts val="2400"/>
            </a:pPr>
            <a:r>
              <a:rPr lang="en-US" dirty="0"/>
              <a:t>Monday: 2:45 pm – 5:15 pm (Room: AI Lab 5210 (514))</a:t>
            </a:r>
            <a:endParaRPr dirty="0"/>
          </a:p>
          <a:p>
            <a:pPr marL="914400" lvl="2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dirty="0"/>
              <a:t>Farhana Akter Suci, Lecturer, Dept. of CSE, UU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03" name="Google Shape;103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r>
              <a:rPr lang="en-US"/>
              <a:t>Introduce Yourself</a:t>
            </a:r>
            <a:endParaRPr/>
          </a:p>
        </p:txBody>
      </p:sp>
      <p:sp>
        <p:nvSpPr>
          <p:cNvPr id="104" name="Google Shape;104;p4"/>
          <p:cNvSpPr txBox="1">
            <a:spLocks noGrp="1"/>
          </p:cNvSpPr>
          <p:nvPr>
            <p:ph type="body" idx="1"/>
          </p:nvPr>
        </p:nvSpPr>
        <p:spPr>
          <a:xfrm>
            <a:off x="301625" y="1527175"/>
            <a:ext cx="8504238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Your name 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School, College name?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Where are you from?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Do you have a computer of your own?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Any previous experience on programming?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dirty="0"/>
              <a:t>Farhana Akter Suci, Lecturer, Dept. of CSE, UU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endParaRPr/>
          </a:p>
        </p:txBody>
      </p:sp>
      <p:sp>
        <p:nvSpPr>
          <p:cNvPr id="110" name="Google Shape;110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Reference Language: </a:t>
            </a:r>
            <a:r>
              <a:rPr lang="en-US">
                <a:solidFill>
                  <a:srgbClr val="002060"/>
                </a:solidFill>
              </a:rPr>
              <a:t>C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Software required for this course: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Windows Environment (any one):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rgbClr val="0F0688"/>
              </a:buClr>
              <a:buSzPts val="2400"/>
              <a:buChar char="•"/>
            </a:pPr>
            <a:r>
              <a:rPr lang="en-US">
                <a:solidFill>
                  <a:srgbClr val="0F0688"/>
                </a:solidFill>
              </a:rPr>
              <a:t>CodeBlocks</a:t>
            </a:r>
            <a:endParaRPr>
              <a:solidFill>
                <a:srgbClr val="0F0688"/>
              </a:solidFill>
            </a:endParaRPr>
          </a:p>
          <a:p>
            <a:pPr marL="742950" lvl="1" indent="-1079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742950" lvl="1" indent="-1079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dirty="0"/>
              <a:t>Farhana Akter Suci, Lecturer, Dept. of CSE, UU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16" name="Google Shape;116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r>
              <a:rPr lang="en-US"/>
              <a:t>Reference Book</a:t>
            </a:r>
            <a:endParaRPr/>
          </a:p>
        </p:txBody>
      </p:sp>
      <p:sp>
        <p:nvSpPr>
          <p:cNvPr id="117" name="Google Shape;117;p6"/>
          <p:cNvSpPr txBox="1">
            <a:spLocks noGrp="1"/>
          </p:cNvSpPr>
          <p:nvPr>
            <p:ph type="body" idx="1"/>
          </p:nvPr>
        </p:nvSpPr>
        <p:spPr>
          <a:xfrm>
            <a:off x="301625" y="1527175"/>
            <a:ext cx="8504238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Char char="•"/>
            </a:pPr>
            <a:r>
              <a:rPr lang="en-US">
                <a:solidFill>
                  <a:srgbClr val="002060"/>
                </a:solidFill>
              </a:rPr>
              <a:t>Text: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Teach Yourself C – Herbert Schildt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Char char="•"/>
            </a:pPr>
            <a:r>
              <a:rPr lang="en-US">
                <a:solidFill>
                  <a:srgbClr val="002060"/>
                </a:solidFill>
              </a:rPr>
              <a:t>Other Reference Book: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Programming in ANSI C – Balagurusamy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Schaum’s Outlines: Programming with C – Byron Gottfried</a:t>
            </a:r>
            <a:endParaRPr/>
          </a:p>
          <a:p>
            <a:pPr marL="742950" lvl="1" indent="-1079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dirty="0"/>
              <a:t>Farhana Akter Suci, Lecturer, Dept. of CSE, UU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23" name="Google Shape;123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r>
              <a:rPr lang="en-US"/>
              <a:t>Course Group</a:t>
            </a:r>
            <a:endParaRPr/>
          </a:p>
        </p:txBody>
      </p:sp>
      <p:sp>
        <p:nvSpPr>
          <p:cNvPr id="124" name="Google Shape;124;p7"/>
          <p:cNvSpPr txBox="1">
            <a:spLocks noGrp="1"/>
          </p:cNvSpPr>
          <p:nvPr>
            <p:ph type="body" idx="1"/>
          </p:nvPr>
        </p:nvSpPr>
        <p:spPr>
          <a:xfrm>
            <a:off x="301625" y="1527175"/>
            <a:ext cx="8504238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Google classroom: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https://classroom.google.com/c/NjE2Njg2MDQ2ODMz?cjc=j7cregg</a:t>
            </a:r>
            <a:endParaRPr/>
          </a:p>
          <a:p>
            <a:pPr marL="0" lvl="0" indent="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742950" lvl="1" indent="-285781" algn="l" rtl="0">
              <a:spcBef>
                <a:spcPts val="425"/>
              </a:spcBef>
              <a:spcAft>
                <a:spcPts val="0"/>
              </a:spcAft>
              <a:buClr>
                <a:srgbClr val="0F0688"/>
              </a:buClr>
              <a:buSzPct val="100000"/>
              <a:buChar char="–"/>
            </a:pPr>
            <a:r>
              <a:rPr lang="en-US" sz="2300">
                <a:solidFill>
                  <a:srgbClr val="0F0688"/>
                </a:solidFill>
              </a:rPr>
              <a:t>Will be updated soon. </a:t>
            </a:r>
            <a:endParaRPr/>
          </a:p>
          <a:p>
            <a:pPr marL="742950" lvl="1" indent="-285781" algn="l" rtl="0">
              <a:spcBef>
                <a:spcPts val="425"/>
              </a:spcBef>
              <a:spcAft>
                <a:spcPts val="0"/>
              </a:spcAft>
              <a:buClr>
                <a:srgbClr val="0F0688"/>
              </a:buClr>
              <a:buSzPct val="100000"/>
              <a:buChar char="–"/>
            </a:pPr>
            <a:r>
              <a:rPr lang="en-US" sz="2300">
                <a:solidFill>
                  <a:srgbClr val="0F0688"/>
                </a:solidFill>
              </a:rPr>
              <a:t>You will find </a:t>
            </a:r>
            <a:endParaRPr/>
          </a:p>
          <a:p>
            <a:pPr marL="1143000" lvl="2" indent="-22860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course lecture</a:t>
            </a:r>
            <a:endParaRPr/>
          </a:p>
          <a:p>
            <a:pPr marL="1143000" lvl="2" indent="-22860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Syllabus</a:t>
            </a:r>
            <a:endParaRPr/>
          </a:p>
          <a:p>
            <a:pPr marL="1143000" lvl="2" indent="-22860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midterm exam news</a:t>
            </a:r>
            <a:endParaRPr/>
          </a:p>
          <a:p>
            <a:pPr marL="1143000" lvl="2" indent="-22860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Results</a:t>
            </a:r>
            <a:endParaRPr/>
          </a:p>
          <a:p>
            <a:pPr marL="1143000" lvl="2" indent="-22860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assignments </a:t>
            </a:r>
            <a:endParaRPr/>
          </a:p>
          <a:p>
            <a:pPr marL="1143000" lvl="2" indent="-22860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Others…</a:t>
            </a:r>
            <a:endParaRPr/>
          </a:p>
          <a:p>
            <a:pPr marL="342900" lvl="0" indent="-15494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dirty="0"/>
              <a:t>Farhana Akter Suci, Lecturer, Dept. of CSE, UU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r>
              <a:rPr lang="en-US"/>
              <a:t>Mark Distribution</a:t>
            </a:r>
            <a:endParaRPr/>
          </a:p>
        </p:txBody>
      </p:sp>
      <p:sp>
        <p:nvSpPr>
          <p:cNvPr id="130" name="Google Shape;130;p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CSE0613101: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Class Test: 20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Attendance: 10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Midterms: 30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Final Exam: 40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dirty="0"/>
              <a:t>Farhana Akter Suci, Lecturer, Dept. of CSE, UU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36" name="Google Shape;136;p9"/>
          <p:cNvSpPr txBox="1"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r>
              <a:rPr lang="en-US"/>
              <a:t>Learning Style</a:t>
            </a:r>
            <a:endParaRPr/>
          </a:p>
        </p:txBody>
      </p:sp>
      <p:sp>
        <p:nvSpPr>
          <p:cNvPr id="137" name="Google Shape;137;p9"/>
          <p:cNvSpPr txBox="1">
            <a:spLocks noGrp="1"/>
          </p:cNvSpPr>
          <p:nvPr>
            <p:ph type="body" idx="4294967295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This course is practical oriented.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Memorization will not help you to get a good result.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Copying Code:</a:t>
            </a:r>
            <a:endParaRPr dirty="0"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rgbClr val="0F0688"/>
              </a:buClr>
              <a:buSzPts val="2800"/>
              <a:buChar char="–"/>
            </a:pPr>
            <a:r>
              <a:rPr lang="en-US" dirty="0">
                <a:solidFill>
                  <a:srgbClr val="0F0688"/>
                </a:solidFill>
              </a:rPr>
              <a:t>Strictly prohibited.</a:t>
            </a:r>
            <a:endParaRPr dirty="0"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rgbClr val="0F0688"/>
              </a:buClr>
              <a:buSzPts val="2800"/>
              <a:buChar char="–"/>
            </a:pPr>
            <a:r>
              <a:rPr lang="en-US" dirty="0">
                <a:solidFill>
                  <a:srgbClr val="0F0688"/>
                </a:solidFill>
              </a:rPr>
              <a:t>Will be severely punished if you are caught.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We will give lots of assignments. </a:t>
            </a:r>
            <a:endParaRPr dirty="0"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rgbClr val="0F0688"/>
              </a:buClr>
              <a:buSzPts val="2800"/>
              <a:buChar char="–"/>
            </a:pPr>
            <a:r>
              <a:rPr lang="en-US" dirty="0">
                <a:solidFill>
                  <a:srgbClr val="0F0688"/>
                </a:solidFill>
              </a:rPr>
              <a:t>(because practice makes a person perfect )</a:t>
            </a:r>
            <a:endParaRPr dirty="0">
              <a:solidFill>
                <a:srgbClr val="0F0688"/>
              </a:solidFill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solidFill>
                <a:srgbClr val="0F0688"/>
              </a:solidFill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dirty="0"/>
              <a:t>Farhana Akter Suci, Lecturer, Dept. of CSE, UU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endParaRPr/>
          </a:p>
        </p:txBody>
      </p:sp>
      <p:sp>
        <p:nvSpPr>
          <p:cNvPr id="143" name="Google Shape;143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dirty="0"/>
              <a:t>				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dirty="0"/>
              <a:t>				Thank you</a:t>
            </a:r>
            <a:endParaRPr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dirty="0"/>
              <a:t>Farhana Akter Suci, Lecturer, Dept. of CSE, UU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425</Words>
  <Application>Microsoft Office PowerPoint</Application>
  <PresentationFormat>On-screen Show (4:3)</PresentationFormat>
  <Paragraphs>81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Lecture 1</vt:lpstr>
      <vt:lpstr>PowerPoint Presentation</vt:lpstr>
      <vt:lpstr>PowerPoint Presentation</vt:lpstr>
      <vt:lpstr>Introduce Yourself</vt:lpstr>
      <vt:lpstr>PowerPoint Presentation</vt:lpstr>
      <vt:lpstr>Reference Book</vt:lpstr>
      <vt:lpstr>Course Group</vt:lpstr>
      <vt:lpstr>Mark Distribution</vt:lpstr>
      <vt:lpstr>Learning Style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</dc:title>
  <dc:creator>Naila</dc:creator>
  <cp:lastModifiedBy>Farhana Akter Suci</cp:lastModifiedBy>
  <cp:revision>5</cp:revision>
  <dcterms:created xsi:type="dcterms:W3CDTF">2006-08-16T00:00:00Z</dcterms:created>
  <dcterms:modified xsi:type="dcterms:W3CDTF">2026-06-30T19:04:03Z</dcterms:modified>
</cp:coreProperties>
</file>